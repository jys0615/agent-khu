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303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KHU  — 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" y="32918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MCP · Redis · Elasticsearch · PostgreSQL · Docker Compose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" y="621792"/>
            <a:ext cx="1417320" cy="6016752"/>
          </a:xfrm>
          <a:prstGeom prst="rect">
            <a:avLst/>
          </a:prstGeom>
          <a:solidFill>
            <a:srgbClr val="F8F9FA"/>
          </a:solidFill>
          <a:ln w="19050">
            <a:solidFill>
              <a:srgbClr val="9E9E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48840" y="621792"/>
            <a:ext cx="1874520" cy="6016752"/>
          </a:xfrm>
          <a:prstGeom prst="rect">
            <a:avLst/>
          </a:prstGeom>
          <a:solidFill>
            <a:srgbClr val="FFF8F0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621792"/>
            <a:ext cx="3566160" cy="6016752"/>
          </a:xfrm>
          <a:prstGeom prst="rect">
            <a:avLst/>
          </a:prstGeom>
          <a:solidFill>
            <a:srgbClr val="F1F8E9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0" y="621792"/>
            <a:ext cx="3246120" cy="6016752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621792"/>
            <a:ext cx="1417320" cy="475488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6766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사용자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8961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User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48840" y="621792"/>
            <a:ext cx="1874520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6766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FastAPI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8961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Entry Point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621792"/>
            <a:ext cx="3566160" cy="47548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6766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백엔드 AI 엔진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8961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+ LLM + SLM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78240" y="621792"/>
            <a:ext cx="324612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67665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MCP 서버 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69680" y="89611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Microservices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08760" y="2779776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7797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→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54480" y="3017520"/>
            <a:ext cx="594360" cy="0"/>
          </a:xfrm>
          <a:prstGeom prst="line">
            <a:avLst/>
          </a:prstGeom>
          <a:noFill/>
          <a:ln w="57150">
            <a:solidFill>
              <a:srgbClr val="9E9E9E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554480" y="3328416"/>
            <a:ext cx="59436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  <a:headEnd type="arrow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508760" y="33649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응답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977640" y="2779776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7797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 →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023360" y="3017520"/>
            <a:ext cx="594360" cy="0"/>
          </a:xfrm>
          <a:prstGeom prst="line">
            <a:avLst/>
          </a:prstGeom>
          <a:noFill/>
          <a:ln w="57150">
            <a:solidFill>
              <a:srgbClr val="FF9800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023360" y="3328416"/>
            <a:ext cx="59436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  <a:headEnd type="arrow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3977640" y="33649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AI 응답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138160" y="2779776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7797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호출 →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183880" y="3017520"/>
            <a:ext cx="594360" cy="0"/>
          </a:xfrm>
          <a:prstGeom prst="line">
            <a:avLst/>
          </a:prstGeom>
          <a:noFill/>
          <a:ln w="57150">
            <a:solidFill>
              <a:srgbClr val="1565C0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8183880" y="3328416"/>
            <a:ext cx="59436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dash"/>
            <a:headEnd type="arrow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8138160" y="33649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Tool 결과</a:t>
            </a:r>
            <a:endParaRPr lang="en-US" sz="7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" y="1417320"/>
            <a:ext cx="694944" cy="69494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82880" y="22128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265176" y="2596896"/>
            <a:ext cx="0" cy="3474720"/>
          </a:xfrm>
          <a:prstGeom prst="line">
            <a:avLst/>
          </a:prstGeom>
          <a:noFill/>
          <a:ln w="10160">
            <a:solidFill>
              <a:srgbClr val="DDDDDD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210312" y="274320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캠퍼스 정보 질의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10312" y="312724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자연어 입력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210312" y="35112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실시간 응답 수신</a:t>
            </a:r>
            <a:endParaRPr lang="en-US" sz="85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335024"/>
            <a:ext cx="475488" cy="475488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2240280" y="1901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2240280" y="21945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서버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2276856" y="2505456"/>
            <a:ext cx="0" cy="3566160"/>
          </a:xfrm>
          <a:prstGeom prst="line">
            <a:avLst/>
          </a:prstGeom>
          <a:noFill/>
          <a:ln w="10160">
            <a:solidFill>
              <a:srgbClr val="DDDDDD"/>
            </a:solidFill>
            <a:prstDash val="dash"/>
          </a:ln>
        </p:spPr>
      </p:sp>
      <p:sp>
        <p:nvSpPr>
          <p:cNvPr id="47" name="Shape 43"/>
          <p:cNvSpPr/>
          <p:nvPr/>
        </p:nvSpPr>
        <p:spPr>
          <a:xfrm>
            <a:off x="2276856" y="2633472"/>
            <a:ext cx="161848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2368296" y="2734056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HTTP 요청 수신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2276856" y="3182112"/>
            <a:ext cx="161848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2368296" y="3282696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요청 검증·파싱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2276856" y="3730752"/>
            <a:ext cx="161848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Text 48"/>
          <p:cNvSpPr/>
          <p:nvPr/>
        </p:nvSpPr>
        <p:spPr>
          <a:xfrm>
            <a:off x="2368296" y="3831336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AI 엔진 호출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2276856" y="4279392"/>
            <a:ext cx="1618488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Text 50"/>
          <p:cNvSpPr/>
          <p:nvPr/>
        </p:nvSpPr>
        <p:spPr>
          <a:xfrm>
            <a:off x="2368296" y="4379976"/>
            <a:ext cx="1490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최종 응답 반환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745736" y="1207008"/>
            <a:ext cx="3310128" cy="786384"/>
          </a:xfrm>
          <a:prstGeom prst="roundRect">
            <a:avLst>
              <a:gd name="adj" fmla="val 9302"/>
            </a:avLst>
          </a:prstGeom>
          <a:solidFill>
            <a:srgbClr val="FF990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298448"/>
            <a:ext cx="420624" cy="420624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5330952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Classifier</a:t>
            </a:r>
            <a:endParaRPr lang="en-US" sz="1150" dirty="0"/>
          </a:p>
        </p:txBody>
      </p:sp>
      <p:sp>
        <p:nvSpPr>
          <p:cNvPr id="58" name="Text 53"/>
          <p:cNvSpPr/>
          <p:nvPr/>
        </p:nvSpPr>
        <p:spPr>
          <a:xfrm>
            <a:off x="5330952" y="1536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E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분석 → 라우팅 결정 (SLM vs LLM)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6400800" y="1993392"/>
            <a:ext cx="0" cy="146304"/>
          </a:xfrm>
          <a:prstGeom prst="line">
            <a:avLst/>
          </a:prstGeom>
          <a:noFill/>
          <a:ln w="20320">
            <a:solidFill>
              <a:srgbClr val="AAAAAA"/>
            </a:solidFill>
            <a:prstDash val="solid"/>
            <a:tailEnd type="none"/>
          </a:ln>
        </p:spPr>
      </p:sp>
      <p:sp>
        <p:nvSpPr>
          <p:cNvPr id="60" name="Shape 55"/>
          <p:cNvSpPr/>
          <p:nvPr/>
        </p:nvSpPr>
        <p:spPr>
          <a:xfrm>
            <a:off x="5513832" y="2139696"/>
            <a:ext cx="1728216" cy="0"/>
          </a:xfrm>
          <a:prstGeom prst="line">
            <a:avLst/>
          </a:prstGeom>
          <a:noFill/>
          <a:ln w="20320">
            <a:solidFill>
              <a:srgbClr val="AAAAAA"/>
            </a:solidFill>
            <a:prstDash val="solid"/>
            <a:headEnd type="none"/>
            <a:tailEnd type="none"/>
          </a:ln>
        </p:spPr>
      </p:sp>
      <p:sp>
        <p:nvSpPr>
          <p:cNvPr id="61" name="Shape 56"/>
          <p:cNvSpPr/>
          <p:nvPr/>
        </p:nvSpPr>
        <p:spPr>
          <a:xfrm>
            <a:off x="5513832" y="2139696"/>
            <a:ext cx="0" cy="146304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tailEnd type="arrow"/>
          </a:ln>
        </p:spPr>
      </p:sp>
      <p:sp>
        <p:nvSpPr>
          <p:cNvPr id="62" name="Shape 57"/>
          <p:cNvSpPr/>
          <p:nvPr/>
        </p:nvSpPr>
        <p:spPr>
          <a:xfrm>
            <a:off x="7242048" y="2139696"/>
            <a:ext cx="0" cy="146304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arrow"/>
          </a:ln>
        </p:spPr>
      </p:sp>
      <p:sp>
        <p:nvSpPr>
          <p:cNvPr id="63" name="Shape 58"/>
          <p:cNvSpPr/>
          <p:nvPr/>
        </p:nvSpPr>
        <p:spPr>
          <a:xfrm>
            <a:off x="5056632" y="200253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5056632" y="2002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 Simple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6784848" y="2002536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6784848" y="2002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 Complex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4745736" y="2286000"/>
            <a:ext cx="1536192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450592"/>
            <a:ext cx="493776" cy="493776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4818888" y="234086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Path</a:t>
            </a:r>
            <a:endParaRPr lang="en-US" sz="750" dirty="0"/>
          </a:p>
        </p:txBody>
      </p:sp>
      <p:sp>
        <p:nvSpPr>
          <p:cNvPr id="70" name="Text 64"/>
          <p:cNvSpPr/>
          <p:nvPr/>
        </p:nvSpPr>
        <p:spPr>
          <a:xfrm>
            <a:off x="4818888" y="303580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 RAG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4818888" y="327355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풀텍스트 검색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4818888" y="347472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~150ms · LLM 없음</a:t>
            </a:r>
            <a:endParaRPr lang="en-US" sz="750" dirty="0"/>
          </a:p>
        </p:txBody>
      </p:sp>
      <p:sp>
        <p:nvSpPr>
          <p:cNvPr id="73" name="Shape 67"/>
          <p:cNvSpPr/>
          <p:nvPr/>
        </p:nvSpPr>
        <p:spPr>
          <a:xfrm>
            <a:off x="6428232" y="2286000"/>
            <a:ext cx="1627632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450592"/>
            <a:ext cx="493776" cy="493776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6501384" y="234086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Path</a:t>
            </a:r>
            <a:endParaRPr lang="en-US" sz="750" dirty="0"/>
          </a:p>
        </p:txBody>
      </p:sp>
      <p:sp>
        <p:nvSpPr>
          <p:cNvPr id="76" name="Text 69"/>
          <p:cNvSpPr/>
          <p:nvPr/>
        </p:nvSpPr>
        <p:spPr>
          <a:xfrm>
            <a:off x="6501384" y="30358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900" dirty="0"/>
          </a:p>
        </p:txBody>
      </p:sp>
      <p:sp>
        <p:nvSpPr>
          <p:cNvPr id="77" name="Text 70"/>
          <p:cNvSpPr/>
          <p:nvPr/>
        </p:nvSpPr>
        <p:spPr>
          <a:xfrm>
            <a:off x="6501384" y="32735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claude-sonnet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6501384" y="34747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호출 →</a:t>
            </a:r>
            <a:endParaRPr lang="en-US" sz="750" dirty="0"/>
          </a:p>
        </p:txBody>
      </p:sp>
      <p:sp>
        <p:nvSpPr>
          <p:cNvPr id="79" name="Shape 72"/>
          <p:cNvSpPr/>
          <p:nvPr/>
        </p:nvSpPr>
        <p:spPr>
          <a:xfrm>
            <a:off x="6355080" y="2359152"/>
            <a:ext cx="0" cy="1371600"/>
          </a:xfrm>
          <a:prstGeom prst="line">
            <a:avLst/>
          </a:prstGeom>
          <a:noFill/>
          <a:ln w="10160">
            <a:solidFill>
              <a:srgbClr val="DDDDDD"/>
            </a:solidFill>
            <a:prstDash val="dash"/>
          </a:ln>
        </p:spPr>
      </p:sp>
      <p:sp>
        <p:nvSpPr>
          <p:cNvPr id="80" name="Shape 73"/>
          <p:cNvSpPr/>
          <p:nvPr/>
        </p:nvSpPr>
        <p:spPr>
          <a:xfrm>
            <a:off x="4745736" y="3931920"/>
            <a:ext cx="0" cy="1719072"/>
          </a:xfrm>
          <a:prstGeom prst="line">
            <a:avLst/>
          </a:prstGeom>
          <a:noFill/>
          <a:ln w="10160">
            <a:solidFill>
              <a:srgbClr val="DDDDDD"/>
            </a:solidFill>
            <a:prstDash val="dash"/>
          </a:ln>
        </p:spPr>
      </p:sp>
      <p:sp>
        <p:nvSpPr>
          <p:cNvPr id="81" name="Text 74"/>
          <p:cNvSpPr/>
          <p:nvPr/>
        </p:nvSpPr>
        <p:spPr>
          <a:xfrm>
            <a:off x="4818888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⎿ 지원 인프라</a:t>
            </a:r>
            <a:endParaRPr lang="en-US" sz="750" dirty="0"/>
          </a:p>
        </p:txBody>
      </p:sp>
      <p:sp>
        <p:nvSpPr>
          <p:cNvPr id="82" name="Shape 75"/>
          <p:cNvSpPr/>
          <p:nvPr/>
        </p:nvSpPr>
        <p:spPr>
          <a:xfrm>
            <a:off x="4745736" y="4206240"/>
            <a:ext cx="153619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8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4279392"/>
            <a:ext cx="310896" cy="310896"/>
          </a:xfrm>
          <a:prstGeom prst="rect">
            <a:avLst/>
          </a:prstGeom>
        </p:spPr>
      </p:pic>
      <p:sp>
        <p:nvSpPr>
          <p:cNvPr id="84" name="Text 76"/>
          <p:cNvSpPr/>
          <p:nvPr/>
        </p:nvSpPr>
        <p:spPr>
          <a:xfrm>
            <a:off x="5166360" y="4279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</a:t>
            </a:r>
            <a:endParaRPr lang="en-US" sz="900" dirty="0"/>
          </a:p>
        </p:txBody>
      </p:sp>
      <p:sp>
        <p:nvSpPr>
          <p:cNvPr id="85" name="Text 77"/>
          <p:cNvSpPr/>
          <p:nvPr/>
        </p:nvSpPr>
        <p:spPr>
          <a:xfrm>
            <a:off x="5166360" y="44805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히트율 95%</a:t>
            </a:r>
            <a:endParaRPr lang="en-US" sz="750" dirty="0"/>
          </a:p>
        </p:txBody>
      </p:sp>
      <p:sp>
        <p:nvSpPr>
          <p:cNvPr id="86" name="Shape 78"/>
          <p:cNvSpPr/>
          <p:nvPr/>
        </p:nvSpPr>
        <p:spPr>
          <a:xfrm>
            <a:off x="6428232" y="4206240"/>
            <a:ext cx="16276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8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4279392"/>
            <a:ext cx="310896" cy="310896"/>
          </a:xfrm>
          <a:prstGeom prst="rect">
            <a:avLst/>
          </a:prstGeom>
        </p:spPr>
      </p:pic>
      <p:sp>
        <p:nvSpPr>
          <p:cNvPr id="88" name="Text 79"/>
          <p:cNvSpPr/>
          <p:nvPr/>
        </p:nvSpPr>
        <p:spPr>
          <a:xfrm>
            <a:off x="6848856" y="4279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89" name="Text 80"/>
          <p:cNvSpPr/>
          <p:nvPr/>
        </p:nvSpPr>
        <p:spPr>
          <a:xfrm>
            <a:off x="6848856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· 대화 기록</a:t>
            </a:r>
            <a:endParaRPr lang="en-US" sz="750" dirty="0"/>
          </a:p>
        </p:txBody>
      </p:sp>
      <p:sp>
        <p:nvSpPr>
          <p:cNvPr id="90" name="Shape 81"/>
          <p:cNvSpPr/>
          <p:nvPr/>
        </p:nvSpPr>
        <p:spPr>
          <a:xfrm>
            <a:off x="4745736" y="4828032"/>
            <a:ext cx="0" cy="1371600"/>
          </a:xfrm>
          <a:prstGeom prst="line">
            <a:avLst/>
          </a:prstGeom>
          <a:noFill/>
          <a:ln w="10160">
            <a:solidFill>
              <a:srgbClr val="DDDDDD"/>
            </a:solidFill>
            <a:prstDash val="dash"/>
          </a:ln>
        </p:spPr>
      </p:sp>
      <p:sp>
        <p:nvSpPr>
          <p:cNvPr id="91" name="Text 82"/>
          <p:cNvSpPr/>
          <p:nvPr/>
        </p:nvSpPr>
        <p:spPr>
          <a:xfrm>
            <a:off x="4818888" y="490118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Observability</a:t>
            </a:r>
            <a:endParaRPr lang="en-US" sz="800" dirty="0"/>
          </a:p>
        </p:txBody>
      </p:sp>
      <p:sp>
        <p:nvSpPr>
          <p:cNvPr id="92" name="Text 83"/>
          <p:cNvSpPr/>
          <p:nvPr/>
        </p:nvSpPr>
        <p:spPr>
          <a:xfrm>
            <a:off x="4818888" y="512064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→ Grafana · Elasticsearch Logs</a:t>
            </a:r>
            <a:endParaRPr lang="en-US" sz="800" dirty="0"/>
          </a:p>
        </p:txBody>
      </p:sp>
      <p:sp>
        <p:nvSpPr>
          <p:cNvPr id="93" name="Text 84"/>
          <p:cNvSpPr/>
          <p:nvPr/>
        </p:nvSpPr>
        <p:spPr>
          <a:xfrm>
            <a:off x="4818888" y="53218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mcp_tool_calls_total · agent_routing_total · agent_response_latency</a:t>
            </a:r>
            <a:endParaRPr lang="en-US" sz="750" dirty="0"/>
          </a:p>
        </p:txBody>
      </p:sp>
      <p:sp>
        <p:nvSpPr>
          <p:cNvPr id="94" name="Shape 85"/>
          <p:cNvSpPr/>
          <p:nvPr/>
        </p:nvSpPr>
        <p:spPr>
          <a:xfrm>
            <a:off x="8906256" y="1207008"/>
            <a:ext cx="14218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9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6034" y="1298448"/>
            <a:ext cx="402336" cy="402336"/>
          </a:xfrm>
          <a:prstGeom prst="rect">
            <a:avLst/>
          </a:prstGeom>
        </p:spPr>
      </p:pic>
      <p:sp>
        <p:nvSpPr>
          <p:cNvPr id="96" name="Text 86"/>
          <p:cNvSpPr/>
          <p:nvPr/>
        </p:nvSpPr>
        <p:spPr>
          <a:xfrm>
            <a:off x="8979408" y="1755648"/>
            <a:ext cx="1275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학사 MCP</a:t>
            </a:r>
            <a:endParaRPr lang="en-US" sz="1000" dirty="0"/>
          </a:p>
        </p:txBody>
      </p:sp>
      <p:sp>
        <p:nvSpPr>
          <p:cNvPr id="97" name="Text 87"/>
          <p:cNvSpPr/>
          <p:nvPr/>
        </p:nvSpPr>
        <p:spPr>
          <a:xfrm>
            <a:off x="8979408" y="2011680"/>
            <a:ext cx="1275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학사정보</a:t>
            </a:r>
            <a:endParaRPr lang="en-US" sz="850" dirty="0"/>
          </a:p>
        </p:txBody>
      </p:sp>
      <p:sp>
        <p:nvSpPr>
          <p:cNvPr id="98" name="Shape 88"/>
          <p:cNvSpPr/>
          <p:nvPr/>
        </p:nvSpPr>
        <p:spPr>
          <a:xfrm>
            <a:off x="10474452" y="1207008"/>
            <a:ext cx="14218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9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4230" y="1298448"/>
            <a:ext cx="402336" cy="402336"/>
          </a:xfrm>
          <a:prstGeom prst="rect">
            <a:avLst/>
          </a:prstGeom>
        </p:spPr>
      </p:pic>
      <p:sp>
        <p:nvSpPr>
          <p:cNvPr id="100" name="Text 89"/>
          <p:cNvSpPr/>
          <p:nvPr/>
        </p:nvSpPr>
        <p:spPr>
          <a:xfrm>
            <a:off x="10547604" y="1755648"/>
            <a:ext cx="1275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식당 MCP</a:t>
            </a:r>
            <a:endParaRPr lang="en-US" sz="1000" dirty="0"/>
          </a:p>
        </p:txBody>
      </p:sp>
      <p:sp>
        <p:nvSpPr>
          <p:cNvPr id="101" name="Text 90"/>
          <p:cNvSpPr/>
          <p:nvPr/>
        </p:nvSpPr>
        <p:spPr>
          <a:xfrm>
            <a:off x="10547604" y="2011680"/>
            <a:ext cx="1275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식단정보</a:t>
            </a:r>
            <a:endParaRPr lang="en-US" sz="850" dirty="0"/>
          </a:p>
        </p:txBody>
      </p:sp>
      <p:sp>
        <p:nvSpPr>
          <p:cNvPr id="102" name="Shape 91"/>
          <p:cNvSpPr/>
          <p:nvPr/>
        </p:nvSpPr>
        <p:spPr>
          <a:xfrm>
            <a:off x="8906256" y="2523744"/>
            <a:ext cx="14218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10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6034" y="2615184"/>
            <a:ext cx="402336" cy="402336"/>
          </a:xfrm>
          <a:prstGeom prst="rect">
            <a:avLst/>
          </a:prstGeom>
        </p:spPr>
      </p:pic>
      <p:sp>
        <p:nvSpPr>
          <p:cNvPr id="104" name="Text 92"/>
          <p:cNvSpPr/>
          <p:nvPr/>
        </p:nvSpPr>
        <p:spPr>
          <a:xfrm>
            <a:off x="8979408" y="3072384"/>
            <a:ext cx="1275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도서관 MCP</a:t>
            </a:r>
            <a:endParaRPr lang="en-US" sz="1000" dirty="0"/>
          </a:p>
        </p:txBody>
      </p:sp>
      <p:sp>
        <p:nvSpPr>
          <p:cNvPr id="105" name="Text 93"/>
          <p:cNvSpPr/>
          <p:nvPr/>
        </p:nvSpPr>
        <p:spPr>
          <a:xfrm>
            <a:off x="8979408" y="3328416"/>
            <a:ext cx="1275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도서정보</a:t>
            </a:r>
            <a:endParaRPr lang="en-US" sz="850" dirty="0"/>
          </a:p>
        </p:txBody>
      </p:sp>
      <p:sp>
        <p:nvSpPr>
          <p:cNvPr id="106" name="Shape 94"/>
          <p:cNvSpPr/>
          <p:nvPr/>
        </p:nvSpPr>
        <p:spPr>
          <a:xfrm>
            <a:off x="10474452" y="2523744"/>
            <a:ext cx="14218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10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4230" y="2615184"/>
            <a:ext cx="402336" cy="402336"/>
          </a:xfrm>
          <a:prstGeom prst="rect">
            <a:avLst/>
          </a:prstGeom>
        </p:spPr>
      </p:pic>
      <p:sp>
        <p:nvSpPr>
          <p:cNvPr id="108" name="Text 95"/>
          <p:cNvSpPr/>
          <p:nvPr/>
        </p:nvSpPr>
        <p:spPr>
          <a:xfrm>
            <a:off x="10547604" y="3072384"/>
            <a:ext cx="1275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MCP</a:t>
            </a:r>
            <a:endParaRPr lang="en-US" sz="1000" dirty="0"/>
          </a:p>
        </p:txBody>
      </p:sp>
      <p:sp>
        <p:nvSpPr>
          <p:cNvPr id="109" name="Text 96"/>
          <p:cNvSpPr/>
          <p:nvPr/>
        </p:nvSpPr>
        <p:spPr>
          <a:xfrm>
            <a:off x="10547604" y="3328416"/>
            <a:ext cx="1275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</a:t>
            </a:r>
            <a:endParaRPr lang="en-US" sz="850" dirty="0"/>
          </a:p>
        </p:txBody>
      </p:sp>
      <p:sp>
        <p:nvSpPr>
          <p:cNvPr id="110" name="Shape 97"/>
          <p:cNvSpPr/>
          <p:nvPr/>
        </p:nvSpPr>
        <p:spPr>
          <a:xfrm>
            <a:off x="8906256" y="3840480"/>
            <a:ext cx="14218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11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6034" y="3931920"/>
            <a:ext cx="402336" cy="402336"/>
          </a:xfrm>
          <a:prstGeom prst="rect">
            <a:avLst/>
          </a:prstGeom>
        </p:spPr>
      </p:pic>
      <p:sp>
        <p:nvSpPr>
          <p:cNvPr id="112" name="Text 98"/>
          <p:cNvSpPr/>
          <p:nvPr/>
        </p:nvSpPr>
        <p:spPr>
          <a:xfrm>
            <a:off x="8979408" y="4389120"/>
            <a:ext cx="1275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MCP</a:t>
            </a:r>
            <a:endParaRPr lang="en-US" sz="1000" dirty="0"/>
          </a:p>
        </p:txBody>
      </p:sp>
      <p:sp>
        <p:nvSpPr>
          <p:cNvPr id="113" name="Text 99"/>
          <p:cNvSpPr/>
          <p:nvPr/>
        </p:nvSpPr>
        <p:spPr>
          <a:xfrm>
            <a:off x="8979408" y="4645152"/>
            <a:ext cx="1275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학과정보</a:t>
            </a:r>
            <a:endParaRPr lang="en-US" sz="850" dirty="0"/>
          </a:p>
        </p:txBody>
      </p:sp>
      <p:sp>
        <p:nvSpPr>
          <p:cNvPr id="114" name="Shape 100"/>
          <p:cNvSpPr/>
          <p:nvPr/>
        </p:nvSpPr>
        <p:spPr>
          <a:xfrm>
            <a:off x="10474452" y="3840480"/>
            <a:ext cx="14218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pic>
        <p:nvPicPr>
          <p:cNvPr id="1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84230" y="3931920"/>
            <a:ext cx="402336" cy="402336"/>
          </a:xfrm>
          <a:prstGeom prst="rect">
            <a:avLst/>
          </a:prstGeom>
        </p:spPr>
      </p:pic>
      <p:sp>
        <p:nvSpPr>
          <p:cNvPr id="116" name="Text 101"/>
          <p:cNvSpPr/>
          <p:nvPr/>
        </p:nvSpPr>
        <p:spPr>
          <a:xfrm>
            <a:off x="10547604" y="4389120"/>
            <a:ext cx="12755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MCP</a:t>
            </a:r>
            <a:endParaRPr lang="en-US" sz="1000" dirty="0"/>
          </a:p>
        </p:txBody>
      </p:sp>
      <p:sp>
        <p:nvSpPr>
          <p:cNvPr id="117" name="Text 102"/>
          <p:cNvSpPr/>
          <p:nvPr/>
        </p:nvSpPr>
        <p:spPr>
          <a:xfrm>
            <a:off x="10547604" y="4645152"/>
            <a:ext cx="1275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일정정보</a:t>
            </a:r>
            <a:endParaRPr lang="en-US" sz="850" dirty="0"/>
          </a:p>
        </p:txBody>
      </p:sp>
      <p:sp>
        <p:nvSpPr>
          <p:cNvPr id="118" name="Shape 103"/>
          <p:cNvSpPr/>
          <p:nvPr/>
        </p:nvSpPr>
        <p:spPr>
          <a:xfrm>
            <a:off x="8906256" y="5193792"/>
            <a:ext cx="0" cy="1188720"/>
          </a:xfrm>
          <a:prstGeom prst="line">
            <a:avLst/>
          </a:prstGeom>
          <a:noFill/>
          <a:ln w="10160">
            <a:solidFill>
              <a:srgbClr val="DDDDDD"/>
            </a:solidFill>
            <a:prstDash val="dash"/>
          </a:ln>
        </p:spPr>
      </p:sp>
      <p:sp>
        <p:nvSpPr>
          <p:cNvPr id="119" name="Text 104"/>
          <p:cNvSpPr/>
          <p:nvPr/>
        </p:nvSpPr>
        <p:spPr>
          <a:xfrm>
            <a:off x="8906256" y="5303520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세션 · asyncio.gather 병렬 실행</a:t>
            </a:r>
            <a:endParaRPr lang="en-US" sz="800" dirty="0"/>
          </a:p>
        </p:txBody>
      </p:sp>
      <p:sp>
        <p:nvSpPr>
          <p:cNvPr id="120" name="Text 105"/>
          <p:cNvSpPr/>
          <p:nvPr/>
        </p:nvSpPr>
        <p:spPr>
          <a:xfrm>
            <a:off x="8906256" y="5541264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 — 일부 실패해도 응답 유지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2026-05-15T05:47:12Z</dcterms:created>
  <dcterms:modified xsi:type="dcterms:W3CDTF">2026-05-15T05:47:12Z</dcterms:modified>
</cp:coreProperties>
</file>